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13203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2033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NOTIFICATIONS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通知框架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面向设计师的框架参考 —— 明确职责边界、推送机制与页面结构，作为二次 prototype 的起点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617720"/>
            <a:ext cx="29260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FRAMEWORK · V1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为什么需要这套通知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会议结束后，ZoomMate 会产出 follow-up items（提取的任务、推断的任务、建议的 workflow）。生成结果要消耗算力，所以本期生成动作是手动的 —— 通知系统承担三件事：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E7EEF7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285750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3003" y="306598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告诉他有什么在等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会后没看的话，让他知道这场会议产出了哪些 follow-up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5146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E7EEF7"/>
          </a:solidFill>
          <a:ln/>
        </p:spPr>
      </p:sp>
      <p:sp>
        <p:nvSpPr>
          <p:cNvPr id="11" name="Shape 8"/>
          <p:cNvSpPr/>
          <p:nvPr/>
        </p:nvSpPr>
        <p:spPr>
          <a:xfrm>
            <a:off x="5623560" y="285750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43" y="306598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没开始时提醒他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17720" y="45262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如果他一直没点生成，主动推一次，鼓励他开始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51460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E7EEF7"/>
          </a:solidFill>
          <a:ln/>
        </p:spPr>
      </p:sp>
      <p:sp>
        <p:nvSpPr>
          <p:cNvPr id="16" name="Shape 12"/>
          <p:cNvSpPr/>
          <p:nvPr/>
        </p:nvSpPr>
        <p:spPr>
          <a:xfrm>
            <a:off x="9372600" y="285750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083" y="306598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完成后直接送达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66760" y="45262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一旦生成，把产物直接带到邮件里，减少一次跳转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核心决定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两类邮件与责任边界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我们不做深耦合，只做浅耦合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488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ZoomMate task emails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New / Not-started reminder / Action required / Completed / Failed 全部 5 种状态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367588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谁来发：我们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4334256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谁定样式：我们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4400" y="499262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端到端由我们负责，触发、内容、样式全部在本系统内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17920" y="187452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E7EEF7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1488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task emails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83680" y="301752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覆盖状态：仅 New/suggested（作为我们 New 邮件里的一个 item 类型出现）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83680" y="3730752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谁来发：New/suggested 由我们发；一旦进入 review / completed / failed，由 Workflow 自己发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583680" y="4443984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谁定样式：我们给参考样式，Workflow 按同一视觉语言自行实现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83680" y="515721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 Workflow tab 只是样式参考，不是我们要发的邮件清单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48640" y="61081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为什么这样切分：我们是「会后 N 分钟没读」的时间触发；Workflow 内部状态变化是事件触发。硬要在时间触发里等事件状态，会导致过时或冲突。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推送机制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统一发送规则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不再用固定等待时长（例如「等 10 分钟」）。只要有新内容产出，在产出的那一刻立刻检查用户是否正在看：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E7EEF7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" y="23225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487" y="245863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29260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内容产出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42416" y="32918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会后自动产出的 follow-up 列表，或用户手动 Generate 后的结果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0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E7EEF7"/>
          </a:solidFill>
          <a:ln/>
        </p:spPr>
      </p:sp>
      <p:sp>
        <p:nvSpPr>
          <p:cNvPr id="11" name="Shape 8"/>
          <p:cNvSpPr/>
          <p:nvPr/>
        </p:nvSpPr>
        <p:spPr>
          <a:xfrm>
            <a:off x="4855464" y="23225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527" y="2458639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91456" y="29260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当下检查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91456" y="32918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在产出的那一刻，立刻检查用户此刻是否正在看这个界面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21040" y="2148840"/>
            <a:ext cx="3246120" cy="1874520"/>
          </a:xfrm>
          <a:prstGeom prst="roundRect">
            <a:avLst>
              <a:gd name="adj" fmla="val 4878"/>
            </a:avLst>
          </a:prstGeom>
          <a:solidFill>
            <a:srgbClr val="1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8604504" y="2322576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567" y="245863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0496" y="29260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未读才发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0496" y="329184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在看 → 不发；已切走 / 没在看 → 立即发送，不等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087368" y="2862072"/>
            <a:ext cx="438912" cy="43891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2971800"/>
            <a:ext cx="219456" cy="2194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836408" y="2862072"/>
            <a:ext cx="438912" cy="43891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136" y="297180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42519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好处：同一套逻辑覆盖「会后自动产出」和「用户手动触发」两种场景，不需要为每种场景单独定义等待时长。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48006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E7EEF7"/>
          </a:solidFill>
          <a:ln/>
        </p:spPr>
      </p:sp>
      <p:sp>
        <p:nvSpPr>
          <p:cNvPr id="26" name="Shape 19"/>
          <p:cNvSpPr/>
          <p:nvPr/>
        </p:nvSpPr>
        <p:spPr>
          <a:xfrm>
            <a:off x="813816" y="520293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79" y="5338999"/>
            <a:ext cx="294803" cy="2948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08760" y="495604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单独的「未开始」提醒时间线（只针对完全没生成任何内容的用户）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508760" y="534924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会议结束 3 小时后仍未生成且未打开列表 → 发提醒  ·  最晚到用户时区 9:00 AM 发最后一次  ·  背靠背会议合并成一封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页面结构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与职责映射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EE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230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547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819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ZoomMate task emails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60720" y="156362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种状态邮件（New / Reminder / Action required / Completed / Failed）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378440" y="17099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E9E6D"/>
          </a:solidFill>
          <a:ln/>
        </p:spPr>
      </p:sp>
      <p:sp>
        <p:nvSpPr>
          <p:cNvPr id="10" name="Text 7"/>
          <p:cNvSpPr/>
          <p:nvPr/>
        </p:nvSpPr>
        <p:spPr>
          <a:xfrm>
            <a:off x="10378440" y="17099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EEF7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5374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26691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4963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task emails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5760720" y="247802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状态邮件的样式参考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378440" y="26243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5C6B7A"/>
          </a:solidFill>
          <a:ln/>
        </p:spPr>
      </p:sp>
      <p:sp>
        <p:nvSpPr>
          <p:cNvPr id="17" name="Text 13"/>
          <p:cNvSpPr/>
          <p:nvPr/>
        </p:nvSpPr>
        <p:spPr>
          <a:xfrm>
            <a:off x="10378440" y="26243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仅供参考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3337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EEF7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34518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58353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4107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settings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5760720" y="339242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Notes › Settings › Notifications，用户自己的开关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378440" y="35387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E9E6D"/>
          </a:solidFill>
          <a:ln/>
        </p:spPr>
      </p:sp>
      <p:sp>
        <p:nvSpPr>
          <p:cNvPr id="24" name="Text 19"/>
          <p:cNvSpPr/>
          <p:nvPr/>
        </p:nvSpPr>
        <p:spPr>
          <a:xfrm>
            <a:off x="10378440" y="35387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4251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EEF7"/>
          </a:solidFill>
          <a:ln/>
        </p:spPr>
      </p:sp>
      <p:sp>
        <p:nvSpPr>
          <p:cNvPr id="26" name="Shape 21"/>
          <p:cNvSpPr/>
          <p:nvPr/>
        </p:nvSpPr>
        <p:spPr>
          <a:xfrm>
            <a:off x="822960" y="43662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497934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43251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settings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5760720" y="430682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› Account Settings，账号级开关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0378440" y="44531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2E9E6D"/>
          </a:solidFill>
          <a:ln/>
        </p:spPr>
      </p:sp>
      <p:sp>
        <p:nvSpPr>
          <p:cNvPr id="31" name="Text 25"/>
          <p:cNvSpPr/>
          <p:nvPr/>
        </p:nvSpPr>
        <p:spPr>
          <a:xfrm>
            <a:off x="10378440" y="44531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5166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EEF7"/>
          </a:solidFill>
          <a:ln/>
        </p:spPr>
      </p:sp>
      <p:sp>
        <p:nvSpPr>
          <p:cNvPr id="33" name="Shape 27"/>
          <p:cNvSpPr/>
          <p:nvPr/>
        </p:nvSpPr>
        <p:spPr>
          <a:xfrm>
            <a:off x="822960" y="52806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5412334"/>
            <a:ext cx="285293" cy="28529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08760" y="52395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mapping</a:t>
            </a:r>
            <a:endParaRPr lang="en-US" sz="1550" dirty="0"/>
          </a:p>
        </p:txBody>
      </p:sp>
      <p:sp>
        <p:nvSpPr>
          <p:cNvPr id="36" name="Text 29"/>
          <p:cNvSpPr/>
          <p:nvPr/>
        </p:nvSpPr>
        <p:spPr>
          <a:xfrm>
            <a:off x="5760720" y="522122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ZoomMate human-in-the-loop 状态 → Action required 邮件的映射参考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10378440" y="53675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5C6B7A"/>
          </a:solidFill>
          <a:ln/>
        </p:spPr>
      </p:sp>
      <p:sp>
        <p:nvSpPr>
          <p:cNvPr id="38" name="Text 31"/>
          <p:cNvSpPr/>
          <p:nvPr/>
        </p:nvSpPr>
        <p:spPr>
          <a:xfrm>
            <a:off x="10378440" y="536752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工程参考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ZOOMMATE TASK EMAILS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状态清单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627632"/>
            <a:ext cx="530352" cy="53035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388" y="1754916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63624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77640" y="1554480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会后 follow-up 列表就绪、用户没在看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63840" y="1554480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只列未触发项，不展示进行中/已完成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" y="2523744"/>
            <a:ext cx="530352" cy="53035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88" y="2651028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459736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Not-started reminder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977640" y="2450592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会后 3 小时仍未生成 且 未打开列表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863840" y="2450592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同上内容，姿态更像提醒，最晚次日 9AM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300984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" y="3419856"/>
            <a:ext cx="530352" cy="53035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88" y="3547140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355848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required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977640" y="3346704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任务需要用户回答问题才能继续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863840" y="3346704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问题就绪即发，唯一 CTA 跳转 Zoom 完成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197096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32104" y="4315968"/>
            <a:ext cx="530352" cy="53035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88" y="4443252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251960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977640" y="4242816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单个任务产出结果、用户没在看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863840" y="4242816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一个任务一封，不聚合多个任务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093208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32104" y="5212080"/>
            <a:ext cx="530352" cy="53035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388" y="5339364"/>
            <a:ext cx="275783" cy="27578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5148072"/>
            <a:ext cx="2331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3977640" y="5138928"/>
            <a:ext cx="3749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出错的那一刻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7863840" y="513892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说明失败原因，CTA 为 View details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深入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任务卡片 + 产物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18488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1772107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57276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任务卡片标题永远是任务本身的标题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37360" y="19385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New 邮件里出现的标题一致，不换成产物的名字 —— 这是本期明确核实过的易混淆点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产物类型（任务行下方，按类型堆叠展示）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7EEF7"/>
          </a:solidFill>
          <a:ln/>
        </p:spPr>
      </p:sp>
      <p:sp>
        <p:nvSpPr>
          <p:cNvPr id="11" name="Shape 8"/>
          <p:cNvSpPr/>
          <p:nvPr/>
        </p:nvSpPr>
        <p:spPr>
          <a:xfrm>
            <a:off x="1600200" y="33604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901" y="34811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39502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85800" y="42611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对话消息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91840" y="32004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7EEF7"/>
          </a:solidFill>
          <a:ln/>
        </p:spPr>
      </p:sp>
      <p:sp>
        <p:nvSpPr>
          <p:cNvPr id="16" name="Shape 12"/>
          <p:cNvSpPr/>
          <p:nvPr/>
        </p:nvSpPr>
        <p:spPr>
          <a:xfrm>
            <a:off x="4343400" y="33604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101" y="348112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0" y="39502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429000" y="42611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邮件草稿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35040" y="32004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7EEF7"/>
          </a:solidFill>
          <a:ln/>
        </p:spPr>
      </p:sp>
      <p:sp>
        <p:nvSpPr>
          <p:cNvPr id="21" name="Shape 16"/>
          <p:cNvSpPr/>
          <p:nvPr/>
        </p:nvSpPr>
        <p:spPr>
          <a:xfrm>
            <a:off x="7086600" y="33604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301" y="348112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72200" y="39502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172200" y="42611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文档产物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778240" y="32004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7EEF7"/>
          </a:solidFill>
          <a:ln/>
        </p:spPr>
      </p:sp>
      <p:sp>
        <p:nvSpPr>
          <p:cNvPr id="26" name="Shape 20"/>
          <p:cNvSpPr/>
          <p:nvPr/>
        </p:nvSpPr>
        <p:spPr>
          <a:xfrm>
            <a:off x="9829800" y="33604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501" y="3481121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15400" y="39502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纯文字回答（新）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915400" y="42611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无产物，回话 + 可选来源链接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4892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多产物（如同时产出 doc + sheet）→ 一个任务行 + 多个产物区块堆叠，不合并成一个区块。静态 HTML 邮件没有剪贴板能力，全部去掉 Copy 按钮。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548640" y="548640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BEFE3"/>
          </a:solidFill>
          <a:ln/>
        </p:spPr>
      </p:sp>
      <p:sp>
        <p:nvSpPr>
          <p:cNvPr id="32" name="Shape 25"/>
          <p:cNvSpPr/>
          <p:nvPr/>
        </p:nvSpPr>
        <p:spPr>
          <a:xfrm>
            <a:off x="859536" y="5586984"/>
            <a:ext cx="438912" cy="438912"/>
          </a:xfrm>
          <a:prstGeom prst="ellipse">
            <a:avLst/>
          </a:prstGeom>
          <a:solidFill>
            <a:srgbClr val="FDE3C4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875" y="5692323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63040" y="54864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任务卡片 × 产物如何组合，仍是待设计探索的问题 —— 见第 10 页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设置规格 · 我们负责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Settings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Notes › Settings › Notifications  ——  ZoomMate 和 Workflow 两类邮件共用一套开关，用户不需要分别设置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7EEF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482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179930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20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顶层 Email 总开关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92040" y="1901952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控制整体是否接收 follow-up 邮件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7EEF7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09981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323149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718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四个状态勾选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892040" y="2953512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follow-ups / Action required / Completed / Failed —— 没有单独的 Not-started reminder 开关，它挂在 New follow-ups 偏好和发送规则上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7EEF7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415137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428305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0233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没有 Bundle per meeting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892040" y="4005072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讨论后决定去掉，避免过度设计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9834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E7EEF7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520293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533461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50749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apps 区块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4892040" y="5056632"/>
            <a:ext cx="6309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Team Chat 有真实开关；Slack / Microsoft Teams 只读状态 + 跳转到对应 app 管理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设置规格 · 我们负责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Settings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› Account Settings › My Notes › Notification  ——  复用现有大开关，不新开独立开关区块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" y="2308860"/>
            <a:ext cx="685800" cy="6858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4734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1488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email notifications for My Notes（已有大开关）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542032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在它下面新增两个子勾选，而不是新开一个独立开关区块：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737360" y="292608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1" name="Text 8"/>
          <p:cNvSpPr/>
          <p:nvPr/>
        </p:nvSpPr>
        <p:spPr>
          <a:xfrm>
            <a:off x="1737360" y="29260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summary in My Notes  ·  已有功能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292608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29260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in My Notes  ·  新增 · NEW · P0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703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7EEF7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40416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4173322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00200" y="38587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不做账号级别的「逐状态」控制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600200" y="42245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不做「这个账号只能收 Completed，不能收 Action required」这种颗粒度 —— 会显著增加复杂度，且用户侧已有状态勾选，管理员只需控制「允许/不允许」这个大开关即可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待设计探索 · 1 /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Not-started Reminder 的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「鼓励引导」设计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78892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30083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7889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用户会后没有手动点 Generate Follow Ups 时，我们推一封提醒邮件，目的很单一：鼓励他点击「Get my follow-ups」。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1088136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1879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邮件里的任务列表内容，本质是「示意性质」的假数据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5720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用户还没生成任何东西，展示的是「这类会议通常会有的任务长什么样」，不是这场会议真实算出来的结果——可以类比成一个「广告页」式的呈现，目的是让用户觉得「点一下就能拿到这些」，而不是精确汇报当前状态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53949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需要设计师专门探索：文案、视觉、要不要弱化「这是任务列表」的既视感、强化「一键搞定」的诱惑力，目前 prototype 只是占位，不代表最终方向。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待设计探索 · 2 /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里「任务卡片」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与「全部产物」的结合方式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78892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30083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78892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产品逻辑已经明确：既要有可点击查看详情的任务卡片，也要把这个任务产出的所有产物都展示出来，用户可以直接点击跳转去看每个产物。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1879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目前 prototype 的处理方式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4590288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任务卡片在上、产物区块在下、依次堆叠——但这只是一种可能的组合方式，不是定论。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39776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13203A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41879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需要设计师探索的问题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55080" y="459028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任务卡片和产物区块到底是什么关系——并列、主次、还是别的组织方式？尤其产物变多（doc + sheet + message 同时出现）时，怎样不散、又不显臃肿。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待确认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工程侧开放问题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7EEF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2024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01368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ZoomMate 能否实时暴露 error 状态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20240" y="2258568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 Failed 状态能否可靠触发，需要工程确认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36392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7EEF7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456432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393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3375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required 的展示形式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920240" y="379476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只读表单预览 vs 纯文本列表，需要可用性测试后二选一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7EE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992624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7550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87375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自建通知的时间线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20240" y="5330952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何时会为 completed / failed 建自己的通知，不由我们阻塞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822960" cy="82296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1576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28712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设计师基于本框架，对第 10、11 页两个开放设计问题做二次 prototype 探索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639312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639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35844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工程确认 ZoomMate error 状态可读性，明确 Failed 触发条件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352544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42976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Workflow 团队对齐第 3 页的解耦边界，确认他们后续通知的时间线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5065776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065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5010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展示形式做一轮可用性测试后定稿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 通知框架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2026-08-06T07:37:07Z</dcterms:created>
  <dcterms:modified xsi:type="dcterms:W3CDTF">2026-08-06T07:37:07Z</dcterms:modified>
</cp:coreProperties>
</file>